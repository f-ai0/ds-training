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energy: 'Our attendance data sits in a spreadsheet nobody looks at until it's a problem. I built something that changes that.' Then move to the problem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non-technical. No model talk yet — just the business problem and who feels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slide, one diagram — walk left to right across the four boxes in under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minutes. Run the app, make a prediction, walk the feature-importance chart, then filter the dashboard live. Practice this transition twice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leakage story — it shows judgment, not just a score. Then give the honest AUC and explain why it's still the right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minutes. Be specific about the leakage story again briefly, then pivot fast to forward-looking improvements.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saying each answer out loud once before presenting — don't read this slide verbatim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840480" cy="38404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·  CAPSTONE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8961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Attendance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Predictor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absence risk from historical attendance patterns, with a live dashboard for supervisors.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Machine Learning Co-Op Training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can't easily tell who is at risk of being absent. The attendance data exists — it just sits in a spreadsheet nobody analyzes until after the fact.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affects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575304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4290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supervisors  </a:t>
            </a:r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plan coverage before a shift, not after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142232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99592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staff  </a:t>
            </a:r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trends across positions, not a raw punch log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40880" y="1371600"/>
            <a:ext cx="4480560" cy="1143000"/>
          </a:xfrm>
          <a:prstGeom prst="roundRect">
            <a:avLst>
              <a:gd name="adj" fmla="val 960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69480" y="1371600"/>
            <a:ext cx="188183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012326" y="1371600"/>
            <a:ext cx="2374697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tracked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40880" y="2697480"/>
            <a:ext cx="4480560" cy="1143000"/>
          </a:xfrm>
          <a:prstGeom prst="roundRect">
            <a:avLst>
              <a:gd name="adj" fmla="val 960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69480" y="2697480"/>
            <a:ext cx="188183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012326" y="2697480"/>
            <a:ext cx="2374697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raw punch data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040880" y="4023360"/>
            <a:ext cx="4480560" cy="1143000"/>
          </a:xfrm>
          <a:prstGeom prst="roundRect">
            <a:avLst>
              <a:gd name="adj" fmla="val 960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69480" y="4023360"/>
            <a:ext cx="188183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9.7%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012326" y="4023360"/>
            <a:ext cx="2374697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work-days end in an absence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predict is_absent from attendance pattern. Suggested by the training plan — confirm your final problem choice with your supervisor.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Cleaning → Modeling → App, in one reproducible pipeline.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514600" cy="246888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6060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8404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punch records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30 employees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63240" y="32004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83280" y="2286000"/>
            <a:ext cx="2514600" cy="246888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0540" y="26060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32054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3383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Engineer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38404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features only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same-day leakage)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97880" y="32004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2514600" cy="246888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55180" y="26060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15518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55080" y="3383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Tune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38404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compare →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32520" y="32004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052560" y="2286000"/>
            <a:ext cx="2514600" cy="246888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89820" y="26060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998982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89720" y="3383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&amp; Dashboard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89720" y="38404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prediction +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257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decision: predict from an employee's PAST attendance pattern, not same-day punch data — that's what makes the prediction usable before the day happens.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29260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Show, don't tell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app already running before you start talking.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30632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live prediction — show the probability, not just the label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794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7490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top drivers on the feature-importance chart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4805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480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4348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dashboard by department and position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5166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166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51206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KPI card update live as filters change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tuned model, on data with no same-day leakage.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949440" cy="18288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(majority class)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(tuned)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87452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187452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90.3%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473184" y="1874520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accuracy — but misleading (F1 = 0)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863840" y="292608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AA7B4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92440" y="292608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0.55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473184" y="2926080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model Test AUC — a real, small lift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114800"/>
            <a:ext cx="10972800" cy="1691640"/>
          </a:xfrm>
          <a:prstGeom prst="roundRect">
            <a:avLst>
              <a:gd name="adj" fmla="val 5405"/>
            </a:avLst>
          </a:prstGeom>
          <a:solidFill>
            <a:srgbClr val="F4F7FA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27939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mean in practice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4645152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version of this model scored 100% — that was data leakage (punch data from the SAME day as the absence). After fixing it to use only prior history, the honest result is a small lift over guessing (AUC 0.55). With only 360 records across 30 employees, that's expected — the model's direction is right, its ceiling is data volume, not the approach.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challenge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100% accuracy score looked like success — it was actually data leakage. punch_count and hours_worked are 0 by construction on an absence day, so the model was reading the label off itself, not predicting anything.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3749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solved 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420624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the features around each employee's PRIOR history only (past absence rate, past average hours) — the same information a supervisor would actually have before the day starts.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do differently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2267712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208483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more history per employee before modeling — 16 days isn't enough to learn a real pattern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37960" y="3182112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299923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 department data instead of deriving it from position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37960" y="4096512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391363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rolling window (last 5 days), not just all-time history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— Prepared Answers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475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 is it really?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0.55 on held-out test data — a small, honest lift over the 0.50 random baseline. Not production-strong yet; the pipeline and process are the deliverable.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5059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the data changes?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761488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src/pipeline.py re-derives every feature from raw punches — re-run it and src/train.py, and the model retrains on the new data automatically.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56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this work for a different department?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767328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department is a filter, not a separate model. It would need more historical rows per employee first.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622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 over others?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773168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beat Random Forest on cross-validated F1 (0.194 vs 0.000) — Random Forest never learned the minority class with this little absence data.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46811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build next with more time?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779008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weeks of history, a rolling-window feature, and re-testing whether a tree model catches up once there's more signal.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Attendance Predictor  ·  Week 8 Capstone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2026-08-18T08:51:11Z</dcterms:created>
  <dcterms:modified xsi:type="dcterms:W3CDTF">2026-08-18T08:51:11Z</dcterms:modified>
</cp:coreProperties>
</file>